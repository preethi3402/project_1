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543E2-236F-452F-A597-E03D887B7CF1}" v="22" dt="2025-12-19T14:46:14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thi Sundar" userId="651794920b5f0fa2" providerId="LiveId" clId="{E72B0587-3D36-4671-9701-3C6114FA46AE}"/>
    <pc:docChg chg="undo custSel addSld delSld modSld sldOrd">
      <pc:chgData name="Sruthi Sundar" userId="651794920b5f0fa2" providerId="LiveId" clId="{E72B0587-3D36-4671-9701-3C6114FA46AE}" dt="2025-12-19T14:46:14.989" v="300" actId="1076"/>
      <pc:docMkLst>
        <pc:docMk/>
      </pc:docMkLst>
      <pc:sldChg chg="modSp mod">
        <pc:chgData name="Sruthi Sundar" userId="651794920b5f0fa2" providerId="LiveId" clId="{E72B0587-3D36-4671-9701-3C6114FA46AE}" dt="2025-12-19T14:45:30.480" v="299" actId="12"/>
        <pc:sldMkLst>
          <pc:docMk/>
          <pc:sldMk cId="3389106697" sldId="260"/>
        </pc:sldMkLst>
        <pc:spChg chg="mod">
          <ac:chgData name="Sruthi Sundar" userId="651794920b5f0fa2" providerId="LiveId" clId="{E72B0587-3D36-4671-9701-3C6114FA46AE}" dt="2025-12-19T14:45:30.480" v="299" actId="12"/>
          <ac:spMkLst>
            <pc:docMk/>
            <pc:sldMk cId="3389106697" sldId="260"/>
            <ac:spMk id="3" creationId="{D81CA313-0421-5878-B681-1150FC2DB83D}"/>
          </ac:spMkLst>
        </pc:spChg>
      </pc:sldChg>
      <pc:sldChg chg="addSp delSp modSp mod">
        <pc:chgData name="Sruthi Sundar" userId="651794920b5f0fa2" providerId="LiveId" clId="{E72B0587-3D36-4671-9701-3C6114FA46AE}" dt="2025-12-19T13:10:26.561" v="9" actId="14100"/>
        <pc:sldMkLst>
          <pc:docMk/>
          <pc:sldMk cId="1177503292" sldId="261"/>
        </pc:sldMkLst>
        <pc:spChg chg="mod">
          <ac:chgData name="Sruthi Sundar" userId="651794920b5f0fa2" providerId="LiveId" clId="{E72B0587-3D36-4671-9701-3C6114FA46AE}" dt="2025-12-19T13:10:26.561" v="9" actId="14100"/>
          <ac:spMkLst>
            <pc:docMk/>
            <pc:sldMk cId="1177503292" sldId="261"/>
            <ac:spMk id="2" creationId="{B27D4816-9597-CB8A-E49C-CF0C9829046C}"/>
          </ac:spMkLst>
        </pc:spChg>
        <pc:spChg chg="del">
          <ac:chgData name="Sruthi Sundar" userId="651794920b5f0fa2" providerId="LiveId" clId="{E72B0587-3D36-4671-9701-3C6114FA46AE}" dt="2025-12-19T13:08:27.610" v="0"/>
          <ac:spMkLst>
            <pc:docMk/>
            <pc:sldMk cId="1177503292" sldId="261"/>
            <ac:spMk id="3" creationId="{E0FA7D34-7FD8-6782-493B-3D4D77C6007F}"/>
          </ac:spMkLst>
        </pc:spChg>
        <pc:picChg chg="add mod">
          <ac:chgData name="Sruthi Sundar" userId="651794920b5f0fa2" providerId="LiveId" clId="{E72B0587-3D36-4671-9701-3C6114FA46AE}" dt="2025-12-19T13:08:55.949" v="7" actId="14100"/>
          <ac:picMkLst>
            <pc:docMk/>
            <pc:sldMk cId="1177503292" sldId="261"/>
            <ac:picMk id="5" creationId="{02205AAD-2A92-93E2-0924-1CC1AADC7F4A}"/>
          </ac:picMkLst>
        </pc:picChg>
      </pc:sldChg>
      <pc:sldChg chg="addSp delSp modSp mod">
        <pc:chgData name="Sruthi Sundar" userId="651794920b5f0fa2" providerId="LiveId" clId="{E72B0587-3D36-4671-9701-3C6114FA46AE}" dt="2025-12-19T13:21:23.250" v="115" actId="962"/>
        <pc:sldMkLst>
          <pc:docMk/>
          <pc:sldMk cId="561320875" sldId="262"/>
        </pc:sldMkLst>
        <pc:spChg chg="mod">
          <ac:chgData name="Sruthi Sundar" userId="651794920b5f0fa2" providerId="LiveId" clId="{E72B0587-3D36-4671-9701-3C6114FA46AE}" dt="2025-12-19T13:12:48.478" v="23" actId="14100"/>
          <ac:spMkLst>
            <pc:docMk/>
            <pc:sldMk cId="561320875" sldId="262"/>
            <ac:spMk id="2" creationId="{6A90124D-4F2C-0B0A-0F7F-8709FE8BCC7E}"/>
          </ac:spMkLst>
        </pc:spChg>
        <pc:spChg chg="del mod">
          <ac:chgData name="Sruthi Sundar" userId="651794920b5f0fa2" providerId="LiveId" clId="{E72B0587-3D36-4671-9701-3C6114FA46AE}" dt="2025-12-19T13:21:21.275" v="113"/>
          <ac:spMkLst>
            <pc:docMk/>
            <pc:sldMk cId="561320875" sldId="262"/>
            <ac:spMk id="3" creationId="{AE3C3299-95B4-2A05-4EFD-078E350A36C9}"/>
          </ac:spMkLst>
        </pc:spChg>
        <pc:picChg chg="add mod">
          <ac:chgData name="Sruthi Sundar" userId="651794920b5f0fa2" providerId="LiveId" clId="{E72B0587-3D36-4671-9701-3C6114FA46AE}" dt="2025-12-19T13:21:23.250" v="115" actId="962"/>
          <ac:picMkLst>
            <pc:docMk/>
            <pc:sldMk cId="561320875" sldId="262"/>
            <ac:picMk id="5" creationId="{291A432A-7689-9FA8-8A51-D6428505D351}"/>
          </ac:picMkLst>
        </pc:picChg>
      </pc:sldChg>
      <pc:sldChg chg="modSp new mod">
        <pc:chgData name="Sruthi Sundar" userId="651794920b5f0fa2" providerId="LiveId" clId="{E72B0587-3D36-4671-9701-3C6114FA46AE}" dt="2025-12-19T13:17:28.394" v="112" actId="20577"/>
        <pc:sldMkLst>
          <pc:docMk/>
          <pc:sldMk cId="1302943455" sldId="263"/>
        </pc:sldMkLst>
        <pc:spChg chg="mod">
          <ac:chgData name="Sruthi Sundar" userId="651794920b5f0fa2" providerId="LiveId" clId="{E72B0587-3D36-4671-9701-3C6114FA46AE}" dt="2025-12-19T13:14:14.123" v="33" actId="20577"/>
          <ac:spMkLst>
            <pc:docMk/>
            <pc:sldMk cId="1302943455" sldId="263"/>
            <ac:spMk id="2" creationId="{2D22BF73-CBF0-7CDB-13F3-4ADF7E1ABD0C}"/>
          </ac:spMkLst>
        </pc:spChg>
        <pc:spChg chg="mod">
          <ac:chgData name="Sruthi Sundar" userId="651794920b5f0fa2" providerId="LiveId" clId="{E72B0587-3D36-4671-9701-3C6114FA46AE}" dt="2025-12-19T13:17:28.394" v="112" actId="20577"/>
          <ac:spMkLst>
            <pc:docMk/>
            <pc:sldMk cId="1302943455" sldId="263"/>
            <ac:spMk id="3" creationId="{4C9F879A-D729-31F2-2552-50DF5536C7B9}"/>
          </ac:spMkLst>
        </pc:spChg>
      </pc:sldChg>
      <pc:sldChg chg="addSp delSp modSp new mod ord">
        <pc:chgData name="Sruthi Sundar" userId="651794920b5f0fa2" providerId="LiveId" clId="{E72B0587-3D36-4671-9701-3C6114FA46AE}" dt="2025-12-19T13:49:07.071" v="146" actId="962"/>
        <pc:sldMkLst>
          <pc:docMk/>
          <pc:sldMk cId="2311688398" sldId="264"/>
        </pc:sldMkLst>
        <pc:spChg chg="mod">
          <ac:chgData name="Sruthi Sundar" userId="651794920b5f0fa2" providerId="LiveId" clId="{E72B0587-3D36-4671-9701-3C6114FA46AE}" dt="2025-12-19T13:24:51.255" v="128" actId="14100"/>
          <ac:spMkLst>
            <pc:docMk/>
            <pc:sldMk cId="2311688398" sldId="264"/>
            <ac:spMk id="2" creationId="{2C534336-C3A1-3F10-C253-601602B6B53E}"/>
          </ac:spMkLst>
        </pc:spChg>
        <pc:spChg chg="del">
          <ac:chgData name="Sruthi Sundar" userId="651794920b5f0fa2" providerId="LiveId" clId="{E72B0587-3D36-4671-9701-3C6114FA46AE}" dt="2025-12-19T13:48:45.034" v="137" actId="22"/>
          <ac:spMkLst>
            <pc:docMk/>
            <pc:sldMk cId="2311688398" sldId="264"/>
            <ac:spMk id="3" creationId="{1CA9222E-C26F-4300-3FE7-DD547C4A307A}"/>
          </ac:spMkLst>
        </pc:spChg>
        <pc:picChg chg="add mod ord">
          <ac:chgData name="Sruthi Sundar" userId="651794920b5f0fa2" providerId="LiveId" clId="{E72B0587-3D36-4671-9701-3C6114FA46AE}" dt="2025-12-19T13:49:07.071" v="146" actId="962"/>
          <ac:picMkLst>
            <pc:docMk/>
            <pc:sldMk cId="2311688398" sldId="264"/>
            <ac:picMk id="5" creationId="{D7D73BEB-2678-44D0-9639-2FF5CC34A23A}"/>
          </ac:picMkLst>
        </pc:picChg>
      </pc:sldChg>
      <pc:sldChg chg="addSp delSp modSp new mod">
        <pc:chgData name="Sruthi Sundar" userId="651794920b5f0fa2" providerId="LiveId" clId="{E72B0587-3D36-4671-9701-3C6114FA46AE}" dt="2025-12-19T13:58:51.911" v="164" actId="1076"/>
        <pc:sldMkLst>
          <pc:docMk/>
          <pc:sldMk cId="1591455637" sldId="265"/>
        </pc:sldMkLst>
        <pc:spChg chg="mod">
          <ac:chgData name="Sruthi Sundar" userId="651794920b5f0fa2" providerId="LiveId" clId="{E72B0587-3D36-4671-9701-3C6114FA46AE}" dt="2025-12-19T13:58:27.743" v="163"/>
          <ac:spMkLst>
            <pc:docMk/>
            <pc:sldMk cId="1591455637" sldId="265"/>
            <ac:spMk id="2" creationId="{E6FDE449-19DF-E072-D661-61FE78D059D3}"/>
          </ac:spMkLst>
        </pc:spChg>
        <pc:spChg chg="del">
          <ac:chgData name="Sruthi Sundar" userId="651794920b5f0fa2" providerId="LiveId" clId="{E72B0587-3D36-4671-9701-3C6114FA46AE}" dt="2025-12-19T13:52:12.022" v="147" actId="22"/>
          <ac:spMkLst>
            <pc:docMk/>
            <pc:sldMk cId="1591455637" sldId="265"/>
            <ac:spMk id="3" creationId="{59B6FE20-D8FE-5265-FF39-46EDA7DD0ED1}"/>
          </ac:spMkLst>
        </pc:spChg>
        <pc:picChg chg="add mod ord">
          <ac:chgData name="Sruthi Sundar" userId="651794920b5f0fa2" providerId="LiveId" clId="{E72B0587-3D36-4671-9701-3C6114FA46AE}" dt="2025-12-19T13:58:51.911" v="164" actId="1076"/>
          <ac:picMkLst>
            <pc:docMk/>
            <pc:sldMk cId="1591455637" sldId="265"/>
            <ac:picMk id="5" creationId="{3EE06133-0D3D-0A2F-A484-17CB2DD0DA77}"/>
          </ac:picMkLst>
        </pc:picChg>
      </pc:sldChg>
      <pc:sldChg chg="addSp delSp modSp new mod">
        <pc:chgData name="Sruthi Sundar" userId="651794920b5f0fa2" providerId="LiveId" clId="{E72B0587-3D36-4671-9701-3C6114FA46AE}" dt="2025-12-19T14:14:14.791" v="182" actId="1076"/>
        <pc:sldMkLst>
          <pc:docMk/>
          <pc:sldMk cId="277644643" sldId="266"/>
        </pc:sldMkLst>
        <pc:spChg chg="mod">
          <ac:chgData name="Sruthi Sundar" userId="651794920b5f0fa2" providerId="LiveId" clId="{E72B0587-3D36-4671-9701-3C6114FA46AE}" dt="2025-12-19T14:14:12.867" v="181" actId="1076"/>
          <ac:spMkLst>
            <pc:docMk/>
            <pc:sldMk cId="277644643" sldId="266"/>
            <ac:spMk id="2" creationId="{8FFF1D36-EF75-2FFD-AF57-9FBA5EA2C8CB}"/>
          </ac:spMkLst>
        </pc:spChg>
        <pc:spChg chg="del">
          <ac:chgData name="Sruthi Sundar" userId="651794920b5f0fa2" providerId="LiveId" clId="{E72B0587-3D36-4671-9701-3C6114FA46AE}" dt="2025-12-19T14:12:19.227" v="173" actId="22"/>
          <ac:spMkLst>
            <pc:docMk/>
            <pc:sldMk cId="277644643" sldId="266"/>
            <ac:spMk id="3" creationId="{5C624912-A470-BB56-5D55-42CB3EAA68C6}"/>
          </ac:spMkLst>
        </pc:spChg>
        <pc:picChg chg="add mod ord">
          <ac:chgData name="Sruthi Sundar" userId="651794920b5f0fa2" providerId="LiveId" clId="{E72B0587-3D36-4671-9701-3C6114FA46AE}" dt="2025-12-19T14:14:14.791" v="182" actId="1076"/>
          <ac:picMkLst>
            <pc:docMk/>
            <pc:sldMk cId="277644643" sldId="266"/>
            <ac:picMk id="5" creationId="{78DC0D05-D469-29AB-E48B-59954A3AC644}"/>
          </ac:picMkLst>
        </pc:picChg>
      </pc:sldChg>
      <pc:sldChg chg="addSp delSp modSp new mod">
        <pc:chgData name="Sruthi Sundar" userId="651794920b5f0fa2" providerId="LiveId" clId="{E72B0587-3D36-4671-9701-3C6114FA46AE}" dt="2025-12-19T14:23:47.971" v="200" actId="14100"/>
        <pc:sldMkLst>
          <pc:docMk/>
          <pc:sldMk cId="2192697197" sldId="267"/>
        </pc:sldMkLst>
        <pc:spChg chg="mod">
          <ac:chgData name="Sruthi Sundar" userId="651794920b5f0fa2" providerId="LiveId" clId="{E72B0587-3D36-4671-9701-3C6114FA46AE}" dt="2025-12-19T14:15:41.657" v="195" actId="1076"/>
          <ac:spMkLst>
            <pc:docMk/>
            <pc:sldMk cId="2192697197" sldId="267"/>
            <ac:spMk id="2" creationId="{203E62C4-C301-745A-D0B8-C16F5F9C658A}"/>
          </ac:spMkLst>
        </pc:spChg>
        <pc:spChg chg="del">
          <ac:chgData name="Sruthi Sundar" userId="651794920b5f0fa2" providerId="LiveId" clId="{E72B0587-3D36-4671-9701-3C6114FA46AE}" dt="2025-12-19T14:23:42.593" v="196" actId="22"/>
          <ac:spMkLst>
            <pc:docMk/>
            <pc:sldMk cId="2192697197" sldId="267"/>
            <ac:spMk id="3" creationId="{A759AC10-772B-8F49-B5F0-E568042D275D}"/>
          </ac:spMkLst>
        </pc:spChg>
        <pc:picChg chg="add mod ord">
          <ac:chgData name="Sruthi Sundar" userId="651794920b5f0fa2" providerId="LiveId" clId="{E72B0587-3D36-4671-9701-3C6114FA46AE}" dt="2025-12-19T14:23:47.971" v="200" actId="14100"/>
          <ac:picMkLst>
            <pc:docMk/>
            <pc:sldMk cId="2192697197" sldId="267"/>
            <ac:picMk id="5" creationId="{707A1426-8821-152F-DA62-1900259BAF87}"/>
          </ac:picMkLst>
        </pc:picChg>
      </pc:sldChg>
      <pc:sldChg chg="addSp delSp modSp new mod modClrScheme chgLayout">
        <pc:chgData name="Sruthi Sundar" userId="651794920b5f0fa2" providerId="LiveId" clId="{E72B0587-3D36-4671-9701-3C6114FA46AE}" dt="2025-12-19T14:27:08.674" v="237" actId="14100"/>
        <pc:sldMkLst>
          <pc:docMk/>
          <pc:sldMk cId="1957888068" sldId="268"/>
        </pc:sldMkLst>
        <pc:spChg chg="mod ord">
          <ac:chgData name="Sruthi Sundar" userId="651794920b5f0fa2" providerId="LiveId" clId="{E72B0587-3D36-4671-9701-3C6114FA46AE}" dt="2025-12-19T14:26:34.845" v="227" actId="700"/>
          <ac:spMkLst>
            <pc:docMk/>
            <pc:sldMk cId="1957888068" sldId="268"/>
            <ac:spMk id="2" creationId="{B495EC98-BE4D-0DE5-1701-A16A7D9A293D}"/>
          </ac:spMkLst>
        </pc:spChg>
        <pc:spChg chg="del">
          <ac:chgData name="Sruthi Sundar" userId="651794920b5f0fa2" providerId="LiveId" clId="{E72B0587-3D36-4671-9701-3C6114FA46AE}" dt="2025-12-19T14:26:27.089" v="226" actId="700"/>
          <ac:spMkLst>
            <pc:docMk/>
            <pc:sldMk cId="1957888068" sldId="268"/>
            <ac:spMk id="3" creationId="{120FCB3A-9A9A-F70C-1EC7-0B25D2BB7781}"/>
          </ac:spMkLst>
        </pc:spChg>
        <pc:spChg chg="add del mod ord">
          <ac:chgData name="Sruthi Sundar" userId="651794920b5f0fa2" providerId="LiveId" clId="{E72B0587-3D36-4671-9701-3C6114FA46AE}" dt="2025-12-19T14:26:34.845" v="227" actId="700"/>
          <ac:spMkLst>
            <pc:docMk/>
            <pc:sldMk cId="1957888068" sldId="268"/>
            <ac:spMk id="4" creationId="{60B4BEA0-AB27-1A7B-18CE-DDCEC3B6F643}"/>
          </ac:spMkLst>
        </pc:spChg>
        <pc:spChg chg="add del mod ord">
          <ac:chgData name="Sruthi Sundar" userId="651794920b5f0fa2" providerId="LiveId" clId="{E72B0587-3D36-4671-9701-3C6114FA46AE}" dt="2025-12-19T14:26:36.708" v="228"/>
          <ac:spMkLst>
            <pc:docMk/>
            <pc:sldMk cId="1957888068" sldId="268"/>
            <ac:spMk id="5" creationId="{C63D0CCE-0F4A-CBBA-B5ED-D89C349B0B31}"/>
          </ac:spMkLst>
        </pc:spChg>
        <pc:spChg chg="add del mod ord">
          <ac:chgData name="Sruthi Sundar" userId="651794920b5f0fa2" providerId="LiveId" clId="{E72B0587-3D36-4671-9701-3C6114FA46AE}" dt="2025-12-19T14:27:01.756" v="233"/>
          <ac:spMkLst>
            <pc:docMk/>
            <pc:sldMk cId="1957888068" sldId="268"/>
            <ac:spMk id="6" creationId="{62CDFF7C-4093-7A8D-20A3-D5B946D2E1C5}"/>
          </ac:spMkLst>
        </pc:spChg>
        <pc:picChg chg="add mod">
          <ac:chgData name="Sruthi Sundar" userId="651794920b5f0fa2" providerId="LiveId" clId="{E72B0587-3D36-4671-9701-3C6114FA46AE}" dt="2025-12-19T14:26:45.939" v="232" actId="14100"/>
          <ac:picMkLst>
            <pc:docMk/>
            <pc:sldMk cId="1957888068" sldId="268"/>
            <ac:picMk id="8" creationId="{85096CE9-5FD4-F936-9B20-A494A2719E2A}"/>
          </ac:picMkLst>
        </pc:picChg>
        <pc:picChg chg="add mod">
          <ac:chgData name="Sruthi Sundar" userId="651794920b5f0fa2" providerId="LiveId" clId="{E72B0587-3D36-4671-9701-3C6114FA46AE}" dt="2025-12-19T14:27:08.674" v="237" actId="14100"/>
          <ac:picMkLst>
            <pc:docMk/>
            <pc:sldMk cId="1957888068" sldId="268"/>
            <ac:picMk id="10" creationId="{875E53FC-F1A5-92C1-892D-830F71BB6F02}"/>
          </ac:picMkLst>
        </pc:picChg>
      </pc:sldChg>
      <pc:sldChg chg="addSp delSp modSp new mod">
        <pc:chgData name="Sruthi Sundar" userId="651794920b5f0fa2" providerId="LiveId" clId="{E72B0587-3D36-4671-9701-3C6114FA46AE}" dt="2025-12-19T14:46:14.989" v="300" actId="1076"/>
        <pc:sldMkLst>
          <pc:docMk/>
          <pc:sldMk cId="398794504" sldId="269"/>
        </pc:sldMkLst>
        <pc:spChg chg="mod">
          <ac:chgData name="Sruthi Sundar" userId="651794920b5f0fa2" providerId="LiveId" clId="{E72B0587-3D36-4671-9701-3C6114FA46AE}" dt="2025-12-19T14:32:55.398" v="256" actId="207"/>
          <ac:spMkLst>
            <pc:docMk/>
            <pc:sldMk cId="398794504" sldId="269"/>
            <ac:spMk id="2" creationId="{14DB8110-07BE-7951-8153-3D74B4316080}"/>
          </ac:spMkLst>
        </pc:spChg>
        <pc:spChg chg="del">
          <ac:chgData name="Sruthi Sundar" userId="651794920b5f0fa2" providerId="LiveId" clId="{E72B0587-3D36-4671-9701-3C6114FA46AE}" dt="2025-12-19T14:33:00.425" v="257"/>
          <ac:spMkLst>
            <pc:docMk/>
            <pc:sldMk cId="398794504" sldId="269"/>
            <ac:spMk id="3" creationId="{4FFBF4AA-087F-BF6A-3ADD-DAD9FD51A5D4}"/>
          </ac:spMkLst>
        </pc:spChg>
        <pc:spChg chg="add mod">
          <ac:chgData name="Sruthi Sundar" userId="651794920b5f0fa2" providerId="LiveId" clId="{E72B0587-3D36-4671-9701-3C6114FA46AE}" dt="2025-12-19T14:46:14.989" v="300" actId="1076"/>
          <ac:spMkLst>
            <pc:docMk/>
            <pc:sldMk cId="398794504" sldId="269"/>
            <ac:spMk id="4" creationId="{059D68C4-5B01-3B6A-5B20-34FAA64D7F64}"/>
          </ac:spMkLst>
        </pc:spChg>
      </pc:sldChg>
      <pc:sldChg chg="modSp new mod">
        <pc:chgData name="Sruthi Sundar" userId="651794920b5f0fa2" providerId="LiveId" clId="{E72B0587-3D36-4671-9701-3C6114FA46AE}" dt="2025-12-19T14:35:26.089" v="296" actId="12"/>
        <pc:sldMkLst>
          <pc:docMk/>
          <pc:sldMk cId="1328164785" sldId="270"/>
        </pc:sldMkLst>
        <pc:spChg chg="mod">
          <ac:chgData name="Sruthi Sundar" userId="651794920b5f0fa2" providerId="LiveId" clId="{E72B0587-3D36-4671-9701-3C6114FA46AE}" dt="2025-12-19T14:34:37.460" v="292" actId="207"/>
          <ac:spMkLst>
            <pc:docMk/>
            <pc:sldMk cId="1328164785" sldId="270"/>
            <ac:spMk id="2" creationId="{132E11EA-8C25-2B89-5232-0ABE7B5D403B}"/>
          </ac:spMkLst>
        </pc:spChg>
        <pc:spChg chg="mod">
          <ac:chgData name="Sruthi Sundar" userId="651794920b5f0fa2" providerId="LiveId" clId="{E72B0587-3D36-4671-9701-3C6114FA46AE}" dt="2025-12-19T14:35:26.089" v="296" actId="12"/>
          <ac:spMkLst>
            <pc:docMk/>
            <pc:sldMk cId="1328164785" sldId="270"/>
            <ac:spMk id="3" creationId="{A7A2F3FA-F66C-D4E7-851A-A725B464E52B}"/>
          </ac:spMkLst>
        </pc:spChg>
      </pc:sldChg>
      <pc:sldChg chg="new del">
        <pc:chgData name="Sruthi Sundar" userId="651794920b5f0fa2" providerId="LiveId" clId="{E72B0587-3D36-4671-9701-3C6114FA46AE}" dt="2025-12-19T14:40:08.609" v="298" actId="47"/>
        <pc:sldMkLst>
          <pc:docMk/>
          <pc:sldMk cId="3757729474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B3F5-A12C-7A0D-73F4-B01DC852E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423" y="324465"/>
            <a:ext cx="8637073" cy="171081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Full Stack Development with MERN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280F4-04AB-E92E-F967-D5117A980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747" y="2812026"/>
            <a:ext cx="8637072" cy="3126658"/>
          </a:xfrm>
        </p:spPr>
        <p:txBody>
          <a:bodyPr>
            <a:normAutofit/>
          </a:bodyPr>
          <a:lstStyle/>
          <a:p>
            <a:r>
              <a:rPr lang="en-US" sz="2000" dirty="0"/>
              <a:t>THE STYLE – MERN Full Stack E-Commerce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191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B3CC-A85F-B33A-E18C-30190060B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9534"/>
            <a:ext cx="9291215" cy="1356853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solidFill>
                  <a:schemeClr val="tx1"/>
                </a:solidFill>
              </a:rPr>
              <a:t>1.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A7AD9-069B-8714-8287-7BA1F3D7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300747"/>
            <a:ext cx="9291215" cy="288085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entury" panose="02040604050505020304" pitchFamily="18" charset="0"/>
              </a:rPr>
              <a:t>Project Title</a:t>
            </a:r>
            <a:r>
              <a:rPr lang="en-US" sz="1800" b="1" dirty="0">
                <a:latin typeface="Century" panose="02040604050505020304" pitchFamily="18" charset="0"/>
              </a:rPr>
              <a:t>:</a:t>
            </a:r>
          </a:p>
          <a:p>
            <a:pPr marL="0" indent="0">
              <a:buNone/>
            </a:pPr>
            <a:br>
              <a:rPr lang="en-US" sz="1800" b="1" dirty="0">
                <a:latin typeface="Century" panose="02040604050505020304" pitchFamily="18" charset="0"/>
              </a:rPr>
            </a:br>
            <a:r>
              <a:rPr lang="en-US" sz="1800" dirty="0">
                <a:latin typeface="Century" panose="02040604050505020304" pitchFamily="18" charset="0"/>
              </a:rPr>
              <a:t> 	The Style – MERN Full Stack E-Commerce.</a:t>
            </a:r>
          </a:p>
          <a:p>
            <a:endParaRPr lang="en-US" sz="1800" dirty="0">
              <a:latin typeface="Century" panose="02040604050505020304" pitchFamily="18" charset="0"/>
            </a:endParaRPr>
          </a:p>
          <a:p>
            <a:r>
              <a:rPr lang="en-US" sz="1800" dirty="0">
                <a:latin typeface="Century" panose="02040604050505020304" pitchFamily="18" charset="0"/>
              </a:rPr>
              <a:t>Team Members:</a:t>
            </a:r>
          </a:p>
          <a:p>
            <a:pPr marL="0" indent="0">
              <a:buNone/>
            </a:pPr>
            <a:r>
              <a:rPr lang="en-US" sz="1800" dirty="0">
                <a:latin typeface="Century" panose="02040604050505020304" pitchFamily="18" charset="0"/>
              </a:rPr>
              <a:t>	Preethi S</a:t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9335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9E36-93A9-CD03-552E-59628362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54001"/>
            <a:ext cx="9291215" cy="665316"/>
          </a:xfrm>
        </p:spPr>
        <p:txBody>
          <a:bodyPr>
            <a:normAutofit/>
          </a:bodyPr>
          <a:lstStyle/>
          <a:p>
            <a:pPr marL="0" indent="0" algn="l"/>
            <a:r>
              <a:rPr lang="en-US" sz="2200" dirty="0">
                <a:solidFill>
                  <a:schemeClr val="tx1"/>
                </a:solidFill>
              </a:rPr>
              <a:t>2.Project Overview:    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A7D5B-E256-F5C1-C087-29465151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540775"/>
            <a:ext cx="9291215" cy="5397910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4000" dirty="0"/>
              <a:t> </a:t>
            </a:r>
            <a:endParaRPr lang="en-US" sz="7200" b="1" dirty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7200" b="1" dirty="0"/>
              <a:t>Purpose:</a:t>
            </a:r>
            <a:br>
              <a:rPr lang="en-US" sz="7200" dirty="0"/>
            </a:br>
            <a:r>
              <a:rPr lang="en-US" sz="7200" dirty="0"/>
              <a:t>	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 of The Style is to build a secure, scalable, and user-friendly online marketplace. It simplifies product discovery, enhances the shopping experience, and provides a centralized platform for both customers and administrators.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7200" b="1" dirty="0"/>
              <a:t>Features: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ensures: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navigation and fast loading.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authorization.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product and order management.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across all devices.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75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E4F6-6144-5F72-EA19-6FEBAEFD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76981"/>
            <a:ext cx="9291215" cy="511277"/>
          </a:xfrm>
        </p:spPr>
        <p:txBody>
          <a:bodyPr/>
          <a:lstStyle/>
          <a:p>
            <a:pPr algn="l"/>
            <a:r>
              <a:rPr lang="en-US" sz="2200" dirty="0">
                <a:solidFill>
                  <a:schemeClr val="tx1"/>
                </a:solidFill>
              </a:rPr>
              <a:t>3.ARCHItecture: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CA313-0421-5878-B681-1150FC2D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042220"/>
            <a:ext cx="9291215" cy="442412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Frontend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component-based architecture.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handled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communication handled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 architecture.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modules for routes, controllers, and models.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used for JWT authentication, Role-based authorization, Error handling and request validation.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used for storing users, products, orders, and cart data.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used for schema modelling and validation.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0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E4F6-6144-5F72-EA19-6FEBAEFD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759" y="176981"/>
            <a:ext cx="9419035" cy="1091380"/>
          </a:xfrm>
        </p:spPr>
        <p:txBody>
          <a:bodyPr/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4. Setup Instructions:</a:t>
            </a:r>
            <a:br>
              <a:rPr lang="en-IN" sz="2400" b="1" dirty="0"/>
            </a:b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CA313-0421-5878-B681-1150FC2D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760" y="1042219"/>
            <a:ext cx="9291215" cy="49259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900" b="1" dirty="0">
                <a:latin typeface="+mj-lt"/>
              </a:rPr>
              <a:t>Prerequisites: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(for API testing)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b="1" dirty="0">
                <a:latin typeface="+mj-lt"/>
                <a:cs typeface="Times New Roman" panose="02020603050405020304" pitchFamily="18" charset="0"/>
              </a:rPr>
              <a:t>Installation: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client folder and install required packages.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server folder and install backend dependencies.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environment variables.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MongoDB service.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10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4816-9597-CB8A-E49C-CF0C9829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94969"/>
            <a:ext cx="9291215" cy="973392"/>
          </a:xfrm>
        </p:spPr>
        <p:txBody>
          <a:bodyPr>
            <a:normAutofit/>
          </a:bodyPr>
          <a:lstStyle/>
          <a:p>
            <a:pPr algn="l"/>
            <a:r>
              <a:rPr lang="en-IN" sz="2200" dirty="0">
                <a:solidFill>
                  <a:schemeClr val="tx1"/>
                </a:solidFill>
              </a:rPr>
              <a:t>5. Folder Structure: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205AAD-2A92-93E2-0924-1CC1AADC7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6086" y="658761"/>
            <a:ext cx="2526533" cy="5309420"/>
          </a:xfrm>
        </p:spPr>
      </p:pic>
    </p:spTree>
    <p:extLst>
      <p:ext uri="{BB962C8B-B14F-4D97-AF65-F5344CB8AC3E}">
        <p14:creationId xmlns:p14="http://schemas.microsoft.com/office/powerpoint/2010/main" val="117750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124D-4F2C-0B0A-0F7F-8709FE8BC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8156"/>
            <a:ext cx="9291215" cy="855406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>
                <a:solidFill>
                  <a:schemeClr val="tx1"/>
                </a:solidFill>
              </a:rPr>
              <a:t>Server: Node.js backend.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1A432A-7689-9FA8-8A51-D6428505D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1754" y="963613"/>
            <a:ext cx="2350080" cy="4502150"/>
          </a:xfrm>
        </p:spPr>
      </p:pic>
    </p:spTree>
    <p:extLst>
      <p:ext uri="{BB962C8B-B14F-4D97-AF65-F5344CB8AC3E}">
        <p14:creationId xmlns:p14="http://schemas.microsoft.com/office/powerpoint/2010/main" val="561320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BF73-CBF0-7CDB-13F3-4ADF7E1A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06478"/>
            <a:ext cx="9291215" cy="904568"/>
          </a:xfrm>
        </p:spPr>
        <p:txBody>
          <a:bodyPr>
            <a:normAutofit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6. Running the Application: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F879A-D729-31F2-2552-50DF5536C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Frontend: </a:t>
            </a:r>
            <a:r>
              <a:rPr lang="en-US" dirty="0" err="1"/>
              <a:t>npm</a:t>
            </a:r>
            <a:r>
              <a:rPr lang="en-US" dirty="0"/>
              <a:t> start in the client directory. </a:t>
            </a:r>
          </a:p>
          <a:p>
            <a:r>
              <a:rPr lang="en-US" dirty="0"/>
              <a:t>cd client</a:t>
            </a:r>
          </a:p>
          <a:p>
            <a:r>
              <a:rPr lang="en-US" dirty="0" err="1"/>
              <a:t>npm</a:t>
            </a:r>
            <a:r>
              <a:rPr lang="en-US" dirty="0"/>
              <a:t> 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Backend: </a:t>
            </a:r>
            <a:r>
              <a:rPr lang="en-US" dirty="0" err="1"/>
              <a:t>npm</a:t>
            </a:r>
            <a:r>
              <a:rPr lang="en-US" dirty="0"/>
              <a:t> start in the server directory.</a:t>
            </a:r>
          </a:p>
          <a:p>
            <a:r>
              <a:rPr lang="en-US" dirty="0"/>
              <a:t> cd server</a:t>
            </a:r>
          </a:p>
          <a:p>
            <a:r>
              <a:rPr lang="en-US" dirty="0"/>
              <a:t>node index.js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94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4336-C3A1-3F10-C253-601602B6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52285"/>
            <a:ext cx="9291215" cy="939370"/>
          </a:xfrm>
        </p:spPr>
        <p:txBody>
          <a:bodyPr>
            <a:normAutofit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7. API Documentation:</a:t>
            </a:r>
          </a:p>
        </p:txBody>
      </p:sp>
      <p:pic>
        <p:nvPicPr>
          <p:cNvPr id="5" name="Content Placeholder 4" descr="A screenshot of a computer program">
            <a:extLst>
              <a:ext uri="{FF2B5EF4-FFF2-40B4-BE49-F238E27FC236}">
                <a16:creationId xmlns:a16="http://schemas.microsoft.com/office/drawing/2014/main" id="{D7D73BEB-2678-44D0-9639-2FF5CC34A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658" y="1391655"/>
            <a:ext cx="8976852" cy="430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8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E449-19DF-E072-D661-61FE78D05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14" y="312907"/>
            <a:ext cx="9291215" cy="104923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8. Authentication:</a:t>
            </a:r>
            <a:br>
              <a:rPr lang="en-IN" sz="2400" dirty="0">
                <a:solidFill>
                  <a:schemeClr val="tx1"/>
                </a:solidFill>
              </a:rPr>
            </a:br>
            <a:endParaRPr lang="en-IN" sz="2400" b="1" dirty="0">
              <a:solidFill>
                <a:schemeClr val="tx1"/>
              </a:solidFill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EE06133-0D3D-0A2F-A484-17CB2DD0D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114" y="1659449"/>
            <a:ext cx="7246374" cy="41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5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1D36-EF75-2FFD-AF57-9FBA5EA2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262" y="509551"/>
            <a:ext cx="9291215" cy="1049235"/>
          </a:xfrm>
        </p:spPr>
        <p:txBody>
          <a:bodyPr>
            <a:normAutofit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9. User Interface:</a:t>
            </a:r>
          </a:p>
        </p:txBody>
      </p:sp>
      <p:pic>
        <p:nvPicPr>
          <p:cNvPr id="5" name="Content Placeholder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78DC0D05-D469-29AB-E48B-59954A3AC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393" y="1784928"/>
            <a:ext cx="7678993" cy="381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62C4-C301-745A-D0B8-C16F5F9C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263" y="342420"/>
            <a:ext cx="9291215" cy="1049235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tx1"/>
                </a:solidFill>
              </a:rPr>
              <a:t>10. Testing: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7A1426-8821-152F-DA62-1900259BA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0478" y="1661652"/>
            <a:ext cx="8036232" cy="380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9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EC98-BE4D-0DE5-1701-A16A7D9A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11. Screenshots &amp; demo: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096CE9-5FD4-F936-9B20-A494A2719E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1948" y="2473177"/>
            <a:ext cx="5463715" cy="2985686"/>
          </a:xfrm>
        </p:spPr>
      </p:pic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5E53FC-F1A5-92C1-892D-830F71BB6F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4750" y="2476351"/>
            <a:ext cx="5463715" cy="2982511"/>
          </a:xfrm>
        </p:spPr>
      </p:pic>
    </p:spTree>
    <p:extLst>
      <p:ext uri="{BB962C8B-B14F-4D97-AF65-F5344CB8AC3E}">
        <p14:creationId xmlns:p14="http://schemas.microsoft.com/office/powerpoint/2010/main" val="1957888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8110-07BE-7951-8153-3D74B431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12. Known issues: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9D68C4-5B01-3B6A-5B20-34FAA64D7F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7386" y="2028889"/>
            <a:ext cx="6008376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gateway integration pending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system not implemented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Pagination improvements needed for admin panels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optimization required for very small screen devices</a:t>
            </a:r>
          </a:p>
        </p:txBody>
      </p:sp>
    </p:spTree>
    <p:extLst>
      <p:ext uri="{BB962C8B-B14F-4D97-AF65-F5344CB8AC3E}">
        <p14:creationId xmlns:p14="http://schemas.microsoft.com/office/powerpoint/2010/main" val="398794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E11EA-8C25-2B89-5232-0ABE7B5D4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13. Future enhancements: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2F3FA-F66C-D4E7-851A-A725B464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Online payment 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 tracking feature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Wishlist functionality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Product reviews and ratings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Admin sales analytics dashboard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Email and notification services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1647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234</TotalTime>
  <Words>388</Words>
  <Application>Microsoft Office PowerPoint</Application>
  <PresentationFormat>Widescreen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Century</vt:lpstr>
      <vt:lpstr>Rockwell</vt:lpstr>
      <vt:lpstr>Times New Roman</vt:lpstr>
      <vt:lpstr>Wingdings</vt:lpstr>
      <vt:lpstr>Gallery</vt:lpstr>
      <vt:lpstr>Full Stack Development with MERN</vt:lpstr>
      <vt:lpstr>1. Introduction</vt:lpstr>
      <vt:lpstr>2.Project Overview:    </vt:lpstr>
      <vt:lpstr>3.ARCHItecture:</vt:lpstr>
      <vt:lpstr>4. Setup Instructions: </vt:lpstr>
      <vt:lpstr>5. Folder Structure:</vt:lpstr>
      <vt:lpstr>Server: Node.js backend.</vt:lpstr>
      <vt:lpstr>6. Running the Application:</vt:lpstr>
      <vt:lpstr>7. API Documentation:</vt:lpstr>
      <vt:lpstr>8. Authentication: </vt:lpstr>
      <vt:lpstr>9. User Interface:</vt:lpstr>
      <vt:lpstr>10. Testing:</vt:lpstr>
      <vt:lpstr>11. Screenshots &amp; demo:</vt:lpstr>
      <vt:lpstr>12. Known issues:</vt:lpstr>
      <vt:lpstr>13. Future enhancements: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Sruthi Sundar</dc:creator>
  <cp:lastModifiedBy>Sruthi Sundar</cp:lastModifiedBy>
  <cp:revision>1</cp:revision>
  <dcterms:created xsi:type="dcterms:W3CDTF">2025-12-19T10:51:29Z</dcterms:created>
  <dcterms:modified xsi:type="dcterms:W3CDTF">2025-12-19T14:46:24Z</dcterms:modified>
</cp:coreProperties>
</file>