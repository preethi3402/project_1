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7B3F5-A12C-7A0D-73F4-B01DC852E8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4423" y="324465"/>
            <a:ext cx="8637073" cy="1710812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/>
                </a:solidFill>
              </a:rPr>
              <a:t>Full Stack Development with MERN</a:t>
            </a:r>
            <a:endParaRPr lang="en-IN" sz="32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D280F4-04AB-E92E-F967-D5117A9809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2747" y="2812026"/>
            <a:ext cx="8637072" cy="3126658"/>
          </a:xfrm>
        </p:spPr>
        <p:txBody>
          <a:bodyPr>
            <a:normAutofit/>
          </a:bodyPr>
          <a:lstStyle/>
          <a:p>
            <a:r>
              <a:rPr lang="en-US" sz="2000" dirty="0"/>
              <a:t>THE STYLE – MERN Full Stack E-Commerce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74191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B3CC-A85F-B33A-E18C-30190060B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99534"/>
            <a:ext cx="9291215" cy="1356853"/>
          </a:xfrm>
        </p:spPr>
        <p:txBody>
          <a:bodyPr>
            <a:normAutofit/>
          </a:bodyPr>
          <a:lstStyle/>
          <a:p>
            <a:pPr algn="l"/>
            <a:r>
              <a:rPr lang="en-US" sz="2200" b="1" dirty="0">
                <a:solidFill>
                  <a:schemeClr val="tx1"/>
                </a:solidFill>
              </a:rPr>
              <a:t>1. Introduction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A7AD9-069B-8714-8287-7BA1F3D70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300747"/>
            <a:ext cx="9291215" cy="2880853"/>
          </a:xfrm>
        </p:spPr>
        <p:txBody>
          <a:bodyPr>
            <a:noAutofit/>
          </a:bodyPr>
          <a:lstStyle/>
          <a:p>
            <a:r>
              <a:rPr lang="en-US" sz="1800" dirty="0">
                <a:latin typeface="Century" panose="02040604050505020304" pitchFamily="18" charset="0"/>
              </a:rPr>
              <a:t>Project Title</a:t>
            </a:r>
            <a:r>
              <a:rPr lang="en-US" sz="1800" b="1" dirty="0">
                <a:latin typeface="Century" panose="02040604050505020304" pitchFamily="18" charset="0"/>
              </a:rPr>
              <a:t>:</a:t>
            </a:r>
          </a:p>
          <a:p>
            <a:pPr marL="0" indent="0">
              <a:buNone/>
            </a:pPr>
            <a:br>
              <a:rPr lang="en-US" sz="1800" b="1" dirty="0">
                <a:latin typeface="Century" panose="02040604050505020304" pitchFamily="18" charset="0"/>
              </a:rPr>
            </a:br>
            <a:r>
              <a:rPr lang="en-US" sz="1800" dirty="0">
                <a:latin typeface="Century" panose="02040604050505020304" pitchFamily="18" charset="0"/>
              </a:rPr>
              <a:t> 	The Style – MERN Full Stack E-Commerce.</a:t>
            </a:r>
          </a:p>
          <a:p>
            <a:endParaRPr lang="en-US" sz="1800" dirty="0">
              <a:latin typeface="Century" panose="02040604050505020304" pitchFamily="18" charset="0"/>
            </a:endParaRPr>
          </a:p>
          <a:p>
            <a:r>
              <a:rPr lang="en-US" sz="1800" dirty="0">
                <a:latin typeface="Century" panose="02040604050505020304" pitchFamily="18" charset="0"/>
              </a:rPr>
              <a:t>Team Members:</a:t>
            </a:r>
          </a:p>
          <a:p>
            <a:pPr marL="0" indent="0">
              <a:buNone/>
            </a:pPr>
            <a:r>
              <a:rPr lang="en-US" sz="1800" dirty="0">
                <a:latin typeface="Century" panose="02040604050505020304" pitchFamily="18" charset="0"/>
              </a:rPr>
              <a:t>	Preethi S</a:t>
            </a:r>
            <a:br>
              <a:rPr lang="en-US" sz="1800" dirty="0"/>
            </a:b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193359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79E36-93A9-CD03-552E-59628362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54001"/>
            <a:ext cx="9291215" cy="665316"/>
          </a:xfrm>
        </p:spPr>
        <p:txBody>
          <a:bodyPr>
            <a:normAutofit/>
          </a:bodyPr>
          <a:lstStyle/>
          <a:p>
            <a:pPr marL="0" indent="0" algn="l"/>
            <a:r>
              <a:rPr lang="en-US" sz="2200" dirty="0">
                <a:solidFill>
                  <a:schemeClr val="tx1"/>
                </a:solidFill>
              </a:rPr>
              <a:t>2.Project Overview:    </a:t>
            </a:r>
            <a:endParaRPr lang="en-IN" sz="2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A7D5B-E256-F5C1-C087-294651518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540775"/>
            <a:ext cx="9291215" cy="5397910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sz="4000" dirty="0"/>
              <a:t> </a:t>
            </a:r>
            <a:endParaRPr lang="en-US" sz="7200" b="1" dirty="0"/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7200" b="1" dirty="0"/>
              <a:t>Purpose:</a:t>
            </a:r>
            <a:br>
              <a:rPr lang="en-US" sz="7200" dirty="0"/>
            </a:br>
            <a:r>
              <a:rPr lang="en-US" sz="7200" dirty="0"/>
              <a:t>	</a:t>
            </a: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primary goal of The Style is to build a secure, scalable, and user-friendly online marketplace. It simplifies product discovery, enhances the shopping experience, and provides a centralized platform for both customers and administrators.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7200" b="1" dirty="0"/>
              <a:t>Features:</a:t>
            </a:r>
          </a:p>
          <a:p>
            <a:pPr>
              <a:lnSpc>
                <a:spcPct val="170000"/>
              </a:lnSpc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ensures:</a:t>
            </a:r>
          </a:p>
          <a:p>
            <a:pPr>
              <a:lnSpc>
                <a:spcPct val="170000"/>
              </a:lnSpc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Smooth navigation and fast loading.</a:t>
            </a:r>
          </a:p>
          <a:p>
            <a:pPr>
              <a:lnSpc>
                <a:spcPct val="170000"/>
              </a:lnSpc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authentication and authorization.</a:t>
            </a:r>
          </a:p>
          <a:p>
            <a:pPr>
              <a:lnSpc>
                <a:spcPct val="170000"/>
              </a:lnSpc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product and order management.</a:t>
            </a:r>
          </a:p>
          <a:p>
            <a:pPr>
              <a:lnSpc>
                <a:spcPct val="170000"/>
              </a:lnSpc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 across all devices.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75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9E4F6-6144-5F72-EA19-6FEBAEFDF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76981"/>
            <a:ext cx="9291215" cy="511277"/>
          </a:xfrm>
        </p:spPr>
        <p:txBody>
          <a:bodyPr/>
          <a:lstStyle/>
          <a:p>
            <a:pPr algn="l"/>
            <a:r>
              <a:rPr lang="en-US" sz="2200" dirty="0">
                <a:solidFill>
                  <a:schemeClr val="tx1"/>
                </a:solidFill>
              </a:rPr>
              <a:t>3.ARCHItecture:</a:t>
            </a:r>
            <a:endParaRPr lang="en-IN" sz="2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CA313-0421-5878-B681-1150FC2DB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042220"/>
            <a:ext cx="9291215" cy="4424126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600" b="1" dirty="0">
                <a:latin typeface="+mj-lt"/>
              </a:rPr>
              <a:t>Frontend 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using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a component-based architecture.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Navigation handled by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Router.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communication handled with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Axios.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Follows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RESTful API architecture.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using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Express.js.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modules for routes, controllers, and models.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Middleware used for JWT authentication, Role-based authorization, Error handling and request validation.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used for storing users, products, orders, and cart data.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Mongoose used for schema modelling and validation.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207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9E4F6-6144-5F72-EA19-6FEBAEFDF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3759" y="176981"/>
            <a:ext cx="9419035" cy="1091380"/>
          </a:xfrm>
        </p:spPr>
        <p:txBody>
          <a:bodyPr/>
          <a:lstStyle/>
          <a:p>
            <a:pPr algn="l"/>
            <a:r>
              <a:rPr lang="en-IN" sz="2400" dirty="0">
                <a:solidFill>
                  <a:schemeClr val="tx1"/>
                </a:solidFill>
              </a:rPr>
              <a:t>4. Setup Instructions:</a:t>
            </a:r>
            <a:br>
              <a:rPr lang="en-IN" sz="2400" b="1" dirty="0"/>
            </a:br>
            <a:endParaRPr lang="en-IN" sz="2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CA313-0421-5878-B681-1150FC2DB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3760" y="1042219"/>
            <a:ext cx="9291215" cy="492596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900" b="1" dirty="0">
                <a:latin typeface="+mj-lt"/>
              </a:rPr>
              <a:t>Prerequisites:</a:t>
            </a: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(for API testing)</a:t>
            </a: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900" b="1" dirty="0">
                <a:latin typeface="+mj-lt"/>
                <a:cs typeface="Times New Roman" panose="02020603050405020304" pitchFamily="18" charset="0"/>
              </a:rPr>
              <a:t>Installation: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the client folder and install required packages.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the server folder and install backend dependencies.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 environment variables.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the MongoDB service.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10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D4816-9597-CB8A-E49C-CF0C98290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94969"/>
            <a:ext cx="9291215" cy="963560"/>
          </a:xfrm>
        </p:spPr>
        <p:txBody>
          <a:bodyPr>
            <a:normAutofit/>
          </a:bodyPr>
          <a:lstStyle/>
          <a:p>
            <a:pPr algn="l"/>
            <a:r>
              <a:rPr lang="en-IN" sz="2200" dirty="0">
                <a:solidFill>
                  <a:schemeClr val="tx1"/>
                </a:solidFill>
              </a:rPr>
              <a:t>5. 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A7D34-7FD8-6782-493B-3D4D77C60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455174"/>
            <a:ext cx="9291215" cy="4011171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503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0124D-4F2C-0B0A-0F7F-8709FE8BC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C3299-95B4-2A05-4EFD-078E350A3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32087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79</TotalTime>
  <Words>265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Century</vt:lpstr>
      <vt:lpstr>Rockwell</vt:lpstr>
      <vt:lpstr>Times New Roman</vt:lpstr>
      <vt:lpstr>Wingdings</vt:lpstr>
      <vt:lpstr>Gallery</vt:lpstr>
      <vt:lpstr>Full Stack Development with MERN</vt:lpstr>
      <vt:lpstr>1. Introduction</vt:lpstr>
      <vt:lpstr>2.Project Overview:    </vt:lpstr>
      <vt:lpstr>3.ARCHItecture:</vt:lpstr>
      <vt:lpstr>4. Setup Instructions: </vt:lpstr>
      <vt:lpstr>5. Folder Structure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Sruthi Sundar</dc:creator>
  <cp:lastModifiedBy>Sruthi Sundar</cp:lastModifiedBy>
  <cp:revision>1</cp:revision>
  <dcterms:created xsi:type="dcterms:W3CDTF">2025-12-19T10:51:29Z</dcterms:created>
  <dcterms:modified xsi:type="dcterms:W3CDTF">2025-12-19T12:10:34Z</dcterms:modified>
</cp:coreProperties>
</file>